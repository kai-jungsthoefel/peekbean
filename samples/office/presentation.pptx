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5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Relationship Id="rId5" Type="http://schemas.openxmlformats.org/officeDocument/2006/relationships/slide" Target="slides/slide3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0" y="365125"/>
            <a:ext cx="10972800" cy="1325563"/>
          </a:xfrm>
        </p:spPr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09600" y="1825625"/>
            <a:ext cx="6400800" cy="4351338"/>
          </a:xfrm>
        </p:spPr>
        <p:txBody>
          <a:bodyPr/>
          <a:lstStyle/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609600" y="365125"/>
            <a:ext cx="10972800" cy="1325563"/>
          </a:xfrm>
        </p:spPr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609600" y="1825625"/>
            <a:ext cx="10972800" cy="4351338"/>
          </a:xfrm>
        </p:spPr>
        <p:txBody>
          <a:bodyPr/>
          <a:lstStyle/>
          <a:p>
            <a:r>
              <a:rPr lang="en-US"/>
              <a:t>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</p:sldLayoutIdLst>
  <p:txStyles>
    <p:titleStyle>
      <a:lvl1pPr algn="l">
        <a:defRPr sz="4000" b="1">
          <a:solidFill>
            <a:schemeClr val="tx1"/>
          </a:solidFill>
          <a:latin typeface="+mj-lt"/>
        </a:defRPr>
      </a:lvl1pPr>
    </p:titleStyle>
    <p:bodyStyle>
      <a:lvl1pPr marL="342900" indent="-342900">
        <a:buFont typeface="Arial"/>
        <a:buChar char="•"/>
        <a:defRPr sz="2400">
          <a:solidFill>
            <a:schemeClr val="accent1"/>
          </a:solidFill>
          <a:latin typeface="+mn-lt"/>
        </a:defRPr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otif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29A3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914400" y="2133600"/>
            <a:ext cx="10363200" cy="1143000"/>
          </a:xfrm>
          <a:prstGeom prst="rect">
            <a:avLst/>
          </a:prstGeom>
        </p:spPr>
        <p:txBody>
          <a:bodyPr wrap="square"/>
          <a:lstStyle/>
          <a:p>
            <a:r>
              <a:rPr lang="en-US" sz="5400" b="1">
                <a:solidFill>
                  <a:srgbClr val="1B1E23"/>
                </a:solidFill>
                <a:latin typeface="Arial"/>
              </a:rPr>
              <a:t>Peekbean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914400" y="3352800"/>
            <a:ext cx="103632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>
                <a:solidFill>
                  <a:srgbClr val="525B66"/>
                </a:solidFill>
                <a:latin typeface="Arial"/>
              </a:rPr>
              <a:t>Sample presentation, generated by generate-samples.mjs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457200"/>
            <a:ext cx="109728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600" b="1">
                <a:solidFill>
                  <a:srgbClr val="1B1E23"/>
                </a:solidFill>
                <a:latin typeface="Arial"/>
              </a:rPr>
              <a:t>Second slide: shapes and picture</a:t>
            </a:r>
          </a:p>
        </p:txBody>
      </p:sp>
      <p:sp>
        <p:nvSpPr>
          <p:cNvPr id="3" name="Shape 3"/>
          <p:cNvSpPr/>
          <p:nvPr/>
        </p:nvSpPr>
        <p:spPr>
          <a:xfrm>
            <a:off x="609600" y="1676400"/>
            <a:ext cx="3200400" cy="1600200"/>
          </a:xfrm>
          <a:prstGeom prst="roundRect">
            <a:avLst/>
          </a:prstGeom>
          <a:solidFill>
            <a:srgbClr val="F29A38"/>
          </a:solidFill>
          <a:ln>
            <a:noFill/>
          </a:ln>
        </p:spPr>
      </p:sp>
      <p:sp>
        <p:nvSpPr>
          <p:cNvPr id="4" name="Text 1"/>
          <p:cNvSpPr txBox="1"/>
          <p:nvPr/>
        </p:nvSpPr>
        <p:spPr>
          <a:xfrm>
            <a:off x="762000" y="2209800"/>
            <a:ext cx="2895600" cy="609600"/>
          </a:xfrm>
          <a:prstGeom prst="rect">
            <a:avLst/>
          </a:prstGeom>
        </p:spPr>
        <p:txBody>
          <a:bodyPr wrap="square"/>
          <a:lstStyle/>
          <a:p>
            <a:r>
              <a:rPr lang="en-US" sz="2000">
                <a:solidFill>
                  <a:srgbClr val="1B1E23"/>
                </a:solidFill>
                <a:latin typeface="Arial"/>
              </a:rPr>
              <a:t>Orange area</a:t>
            </a:r>
          </a:p>
        </p:txBody>
      </p:sp>
      <p:sp>
        <p:nvSpPr>
          <p:cNvPr id="5" name="Shape 5"/>
          <p:cNvSpPr/>
          <p:nvPr/>
        </p:nvSpPr>
        <p:spPr>
          <a:xfrm>
            <a:off x="609600" y="3505200"/>
            <a:ext cx="3200400" cy="1600200"/>
          </a:xfrm>
          <a:prstGeom prst="ellipse">
            <a:avLst/>
          </a:prstGeom>
          <a:solidFill>
            <a:srgbClr val="5CC98B"/>
          </a:solidFill>
          <a:ln>
            <a:noFill/>
          </a:ln>
        </p:spPr>
      </p:sp>
      <p:pic>
        <p:nvPicPr>
          <p:cNvPr id="6" name="Motif"/>
          <p:cNvPicPr/>
          <p:nvPr/>
        </p:nvPicPr>
        <p:blipFill>
          <a:blip r:embed="rId2"/>
          <a:stretch>
            <a:fillRect/>
          </a:stretch>
        </p:blipFill>
        <p:spPr>
          <a:xfrm>
            <a:off x="4419600" y="1676400"/>
            <a:ext cx="6705600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Third slide: placeholders and a group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Position comes from the layout</a:t>
            </a:r>
          </a:p>
          <a:p>
            <a:r>
              <a:rPr lang="en-US"/>
              <a:t>Font and bullets come from the master</a:t>
            </a:r>
          </a:p>
          <a:p>
            <a:r>
              <a:rPr lang="en-US"/>
              <a:t>Right: two shapes in a group</a:t>
            </a:r>
          </a:p>
        </p:txBody>
      </p:sp>
      <p:grpSp>
        <p:nvGrpSpPr>
          <p:cNvPr id="10" name="Group 1"/>
          <p:cNvGrpSpPr/>
          <p:nvPr/>
        </p:nvGrpSpPr>
        <p:grpSpPr>
          <a:xfrm>
            <a:off x="7315200" y="2286000"/>
            <a:ext cx="3657600" cy="1828800"/>
            <a:chOff x="0" y="0"/>
            <a:chExt cx="1828800" cy="914400"/>
          </a:xfrm>
        </p:grpSpPr>
        <p:sp>
          <p:nvSpPr>
            <p:cNvPr id="11" name="Shape 11"/>
            <p:cNvSpPr/>
            <p:nvPr/>
          </p:nvSpPr>
          <p:spPr>
            <a:xfrm>
              <a:off x="0" y="0"/>
              <a:ext cx="880000" cy="914400"/>
            </a:xfrm>
            <a:prstGeom prst="rect">
              <a:avLst/>
            </a:prstGeom>
            <a:solidFill>
              <a:srgbClr val="F29A38"/>
            </a:solidFill>
            <a:ln>
              <a:noFill/>
            </a:ln>
          </p:spPr>
        </p:sp>
        <p:sp>
          <p:nvSpPr>
            <p:cNvPr id="12" name="Shape 12"/>
            <p:cNvSpPr/>
            <p:nvPr/>
          </p:nvSpPr>
          <p:spPr>
            <a:xfrm>
              <a:off x="948800" y="0"/>
              <a:ext cx="880000" cy="914400"/>
            </a:xfrm>
            <a:prstGeom prst="ellipse">
              <a:avLst/>
            </a:prstGeom>
            <a:solidFill>
              <a:srgbClr val="5CC98B"/>
            </a:solidFill>
            <a:ln>
              <a:noFill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Everything">
  <a:themeElements>
    <a:clrScheme name="Everything">
      <a:dk1>
        <a:srgbClr val="1B1E23"/>
      </a:dk1>
      <a:lt1>
        <a:srgbClr val="FFFFFF"/>
      </a:lt1>
      <a:dk2>
        <a:srgbClr val="2D323A"/>
      </a:dk2>
      <a:lt2>
        <a:srgbClr val="F3F4F6"/>
      </a:lt2>
      <a:accent1>
        <a:srgbClr val="F29A38"/>
      </a:accent1>
      <a:accent2>
        <a:srgbClr val="5CC98B"/>
      </a:accent2>
      <a:accent3>
        <a:srgbClr val="9AA6FF"/>
      </a:accent3>
      <a:accent4>
        <a:srgbClr val="E8C547"/>
      </a:accent4>
      <a:accent5>
        <a:srgbClr val="F07470"/>
      </a:accent5>
      <a:accent6>
        <a:srgbClr val="7F8994"/>
      </a:accent6>
      <a:hlink>
        <a:srgbClr val="AD5A0C"/>
      </a:hlink>
      <a:folHlink>
        <a:srgbClr val="7F8994"/>
      </a:folHlink>
    </a:clrScheme>
    <a:fontScheme name="Everythin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verything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